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52" y="166483"/>
            <a:ext cx="8858864" cy="114300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dirty="0"/>
              <a:t>Hospital Appointment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52" y="1504334"/>
            <a:ext cx="8858864" cy="5079027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r>
              <a:rPr dirty="0"/>
              <a:t>Problem: Manual systems are inefficient</a:t>
            </a:r>
            <a:r>
              <a:rPr lang="en-US" dirty="0"/>
              <a:t> leading to loss of patient /hospital data.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Target Users: Clinics, Reception Staff, Admins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System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23935-99AA-9D3D-595A-E2BE126E9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1651"/>
            <a:ext cx="8341008" cy="4788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Abstraction: Person</a:t>
            </a:r>
          </a:p>
          <a:p>
            <a:r>
              <a:rPr dirty="0"/>
              <a:t>Inheritance: Patient, Doctor</a:t>
            </a:r>
          </a:p>
          <a:p>
            <a:r>
              <a:rPr dirty="0"/>
              <a:t>Polymorphism: </a:t>
            </a:r>
            <a:r>
              <a:rPr dirty="0" err="1"/>
              <a:t>displayInfo</a:t>
            </a:r>
            <a:r>
              <a:rPr dirty="0"/>
              <a:t>()</a:t>
            </a:r>
          </a:p>
          <a:p>
            <a:r>
              <a:rPr dirty="0"/>
              <a:t>Encapsulation: private variables</a:t>
            </a:r>
          </a:p>
          <a:p>
            <a:r>
              <a:rPr dirty="0"/>
              <a:t>Collections: </a:t>
            </a:r>
            <a:r>
              <a:rPr dirty="0" err="1"/>
              <a:t>ArrayList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Technical Highlight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dirty="0"/>
              <a:t>Menu-driven system</a:t>
            </a:r>
          </a:p>
          <a:p>
            <a:r>
              <a:rPr dirty="0"/>
              <a:t>Uses </a:t>
            </a:r>
            <a:r>
              <a:rPr dirty="0" err="1"/>
              <a:t>ArrayList</a:t>
            </a:r>
            <a:endParaRPr dirty="0"/>
          </a:p>
          <a:p>
            <a:r>
              <a:rPr dirty="0"/>
              <a:t>Simple, flexible, easy to manage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19884" cy="92489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t>Live 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967A9-9302-27EE-D0F8-1C7EEBFC3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368" y="1417638"/>
            <a:ext cx="5860026" cy="49438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67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Hospital Appointment Management System</vt:lpstr>
      <vt:lpstr>System Design</vt:lpstr>
      <vt:lpstr>OOP Concepts Used</vt:lpstr>
      <vt:lpstr>Technical Highlight</vt:lpstr>
      <vt:lpstr>Live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Parboni Mitra</dc:creator>
  <cp:keywords/>
  <dc:description>generated using python-pptx</dc:description>
  <cp:lastModifiedBy>parbonimitra2024@outlook.com</cp:lastModifiedBy>
  <cp:revision>2</cp:revision>
  <dcterms:created xsi:type="dcterms:W3CDTF">2013-01-27T09:14:16Z</dcterms:created>
  <dcterms:modified xsi:type="dcterms:W3CDTF">2026-03-29T20:08:03Z</dcterms:modified>
  <cp:category/>
</cp:coreProperties>
</file>